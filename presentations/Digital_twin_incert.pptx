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1930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🎯 ДВІ МОДЕЛІ В ОДНІЙ СИСТЕМІ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3474720"/>
          </a:xfrm>
          <a:prstGeom prst="roundRect">
            <a:avLst/>
          </a:prstGeom>
          <a:solidFill>
            <a:srgbClr val="F0FFF4"/>
          </a:solidFill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</a:rPr>
              <a:t>⭐ ПОВНА МОДЕЛЬ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4852"/>
                </a:solidFill>
              </a:rPr>
              <a:t>Кардіохірургія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852"/>
                </a:solidFill>
              </a:rPr>
              <a:t>✅ Random Forest на 1000 пацієнтів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852"/>
                </a:solidFill>
              </a:rPr>
              <a:t>✅ 5 ускладнень спеціалізованих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809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852"/>
                </a:solidFill>
              </a:rPr>
              <a:t>✅ Точність 65-80% (AUC 0.72-0.80)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369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852"/>
                </a:solidFill>
              </a:rPr>
              <a:t>✅ Готова до клінічного використання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30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852"/>
                </a:solidFill>
              </a:rPr>
              <a:t>📊 Прогнозує: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Фібриляція передсердь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1422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Гостре пошкодження нирок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3982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Низький серцевий викид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6542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Кровотеча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9103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Інсульт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371600"/>
            <a:ext cx="4114800" cy="3474720"/>
          </a:xfrm>
          <a:prstGeom prst="roundRect">
            <a:avLst/>
          </a:prstGeom>
          <a:solidFill>
            <a:srgbClr val="FFF8E1"/>
          </a:solidFill>
          <a:ln w="38100">
            <a:solidFill>
              <a:srgbClr val="FF8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800"/>
                </a:solidFill>
              </a:rPr>
              <a:t>⚠️ БАЗОВА МОДЕЛЬ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4852"/>
                </a:solidFill>
              </a:rPr>
              <a:t>Інші операції (DEMO)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852"/>
                </a:solidFill>
              </a:rPr>
              <a:t>📚 Формули на основі літератури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7249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852"/>
                </a:solidFill>
              </a:rPr>
              <a:t>📚 4 універсальні ускладнення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9809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852"/>
                </a:solidFill>
              </a:rPr>
              <a:t>📚 Демонстраційна версія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2369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852"/>
                </a:solidFill>
              </a:rPr>
              <a:t>📚 Показує концепцію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630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852"/>
                </a:solidFill>
              </a:rPr>
              <a:t>🔬 Прогнозує: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Гостре пошкодження нирок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41422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Делірій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43982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Респіраторні ускладнення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6542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Інфекційні ускладнення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50474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Джерела: KDIGO, CAM-ICU,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5303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</a:rPr>
              <a:t>ARISCAT, NNIS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💡 Всі учасники можуть спробувати! Кардіологи - повну, інші - базову модель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Широкий екран</PresentationFormat>
  <Paragraphs>28</Paragraphs>
  <Slides>1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Andriy Mazur</cp:lastModifiedBy>
  <cp:revision>1</cp:revision>
  <dcterms:created xsi:type="dcterms:W3CDTF">2026-03-08T07:17:12Z</dcterms:created>
  <dcterms:modified xsi:type="dcterms:W3CDTF">2026-03-15T16:44:07Z</dcterms:modified>
</cp:coreProperties>
</file>